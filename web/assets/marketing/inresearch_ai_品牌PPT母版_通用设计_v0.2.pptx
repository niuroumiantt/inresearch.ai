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492333d854e84" /><Relationship Type="http://schemas.openxmlformats.org/officeDocument/2006/relationships/extended-properties" Target="/docProps/app.xml" Id="Rea81f4140ab84f8c" /><Relationship Type="http://schemas.openxmlformats.org/officeDocument/2006/relationships/officeDocument" Target="/ppt/presentation.xml" Id="R56f86a4ddbb4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5b83bfd7f4c56"/>
  </p:sldMasterIdLst>
  <p:notesMasterIdLst>
    <p:notesMasterId xmlns:r="http://schemas.openxmlformats.org/officeDocument/2006/relationships" r:id="R8cf596bfa88b4ac6"/>
  </p:notesMasterIdLst>
  <p:sldIdLst>
    <p:sldId xmlns:r="http://schemas.openxmlformats.org/officeDocument/2006/relationships" id="256" r:id="R5731b753f8394ee2"/>
    <p:sldId xmlns:r="http://schemas.openxmlformats.org/officeDocument/2006/relationships" id="257" r:id="R417752621259435f"/>
    <p:sldId xmlns:r="http://schemas.openxmlformats.org/officeDocument/2006/relationships" id="258" r:id="R0c6bee5d83ff43ec"/>
    <p:sldId xmlns:r="http://schemas.openxmlformats.org/officeDocument/2006/relationships" id="259" r:id="R769cb57d46444e0b"/>
    <p:sldId xmlns:r="http://schemas.openxmlformats.org/officeDocument/2006/relationships" id="260" r:id="R2af188a99db143da"/>
    <p:sldId xmlns:r="http://schemas.openxmlformats.org/officeDocument/2006/relationships" id="261" r:id="R5a516e581d27448b"/>
    <p:sldId xmlns:r="http://schemas.openxmlformats.org/officeDocument/2006/relationships" id="262" r:id="Rd6110cc50f294d64"/>
    <p:sldId xmlns:r="http://schemas.openxmlformats.org/officeDocument/2006/relationships" id="263" r:id="R58da06c43ead4b81"/>
    <p:sldId xmlns:r="http://schemas.openxmlformats.org/officeDocument/2006/relationships" id="264" r:id="Rf79b273c2e9a4669"/>
    <p:sldId xmlns:r="http://schemas.openxmlformats.org/officeDocument/2006/relationships" id="265" r:id="Rc3163925e47e4a51"/>
    <p:sldId xmlns:r="http://schemas.openxmlformats.org/officeDocument/2006/relationships" id="266" r:id="Rfcd8e03c20ba4698"/>
    <p:sldId xmlns:r="http://schemas.openxmlformats.org/officeDocument/2006/relationships" id="267" r:id="Rf2d6b7baa7ba4be4"/>
    <p:sldId xmlns:r="http://schemas.openxmlformats.org/officeDocument/2006/relationships" id="268" r:id="R3153fef9f77e483e"/>
    <p:sldId xmlns:r="http://schemas.openxmlformats.org/officeDocument/2006/relationships" id="269" r:id="R3fda76ebd44a4446"/>
    <p:sldId xmlns:r="http://schemas.openxmlformats.org/officeDocument/2006/relationships" id="270" r:id="Rca1dc2275c394582"/>
    <p:sldId xmlns:r="http://schemas.openxmlformats.org/officeDocument/2006/relationships" id="271" r:id="R523cffe2cb95490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6f6a129954e49" /><Relationship Type="http://schemas.openxmlformats.org/officeDocument/2006/relationships/slideMaster" Target="/ppt/slideMasters/slideMaster1.xml" Id="Rb205b83bfd7f4c56" /><Relationship Type="http://schemas.openxmlformats.org/officeDocument/2006/relationships/notesMaster" Target="/ppt/notesMasters/notesMaster1.xml" Id="R8cf596bfa88b4ac6" /><Relationship Type="http://schemas.openxmlformats.org/officeDocument/2006/relationships/presProps" Target="/ppt/presProps.xml" Id="R576cf0caf1224f06" /><Relationship Type="http://schemas.openxmlformats.org/officeDocument/2006/relationships/tableStyles" Target="/ppt/tableStyles.xml" Id="Ra8d31eba39e2475f" /><Relationship Type="http://schemas.openxmlformats.org/officeDocument/2006/relationships/slide" Target="/ppt/slides/slide1.xml" Id="R5731b753f8394ee2" /><Relationship Type="http://schemas.openxmlformats.org/officeDocument/2006/relationships/slide" Target="/ppt/slides/slide2.xml" Id="R417752621259435f" /><Relationship Type="http://schemas.openxmlformats.org/officeDocument/2006/relationships/slide" Target="/ppt/slides/slide3.xml" Id="R0c6bee5d83ff43ec" /><Relationship Type="http://schemas.openxmlformats.org/officeDocument/2006/relationships/slide" Target="/ppt/slides/slide4.xml" Id="R769cb57d46444e0b" /><Relationship Type="http://schemas.openxmlformats.org/officeDocument/2006/relationships/slide" Target="/ppt/slides/slide5.xml" Id="R2af188a99db143da" /><Relationship Type="http://schemas.openxmlformats.org/officeDocument/2006/relationships/slide" Target="/ppt/slides/slide6.xml" Id="R5a516e581d27448b" /><Relationship Type="http://schemas.openxmlformats.org/officeDocument/2006/relationships/slide" Target="/ppt/slides/slide7.xml" Id="Rd6110cc50f294d64" /><Relationship Type="http://schemas.openxmlformats.org/officeDocument/2006/relationships/slide" Target="/ppt/slides/slide8.xml" Id="R58da06c43ead4b81" /><Relationship Type="http://schemas.openxmlformats.org/officeDocument/2006/relationships/slide" Target="/ppt/slides/slide9.xml" Id="Rf79b273c2e9a4669" /><Relationship Type="http://schemas.openxmlformats.org/officeDocument/2006/relationships/slide" Target="/ppt/slides/slide10.xml" Id="Rc3163925e47e4a51" /><Relationship Type="http://schemas.openxmlformats.org/officeDocument/2006/relationships/slide" Target="/ppt/slides/slide11.xml" Id="Rfcd8e03c20ba4698" /><Relationship Type="http://schemas.openxmlformats.org/officeDocument/2006/relationships/slide" Target="/ppt/slides/slide12.xml" Id="Rf2d6b7baa7ba4be4" /><Relationship Type="http://schemas.openxmlformats.org/officeDocument/2006/relationships/slide" Target="/ppt/slides/slide13.xml" Id="R3153fef9f77e483e" /><Relationship Type="http://schemas.openxmlformats.org/officeDocument/2006/relationships/slide" Target="/ppt/slides/slide14.xml" Id="R3fda76ebd44a4446" /><Relationship Type="http://schemas.openxmlformats.org/officeDocument/2006/relationships/slide" Target="/ppt/slides/slide15.xml" Id="Rca1dc2275c394582" /><Relationship Type="http://schemas.openxmlformats.org/officeDocument/2006/relationships/slide" Target="/ppt/slides/slide16.xml" Id="R523cffe2cb95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96a789e2fc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23a77e7a974dea" /><Relationship Type="http://schemas.openxmlformats.org/officeDocument/2006/relationships/notesMaster" Target="/ppt/notesMasters/notesMaster1.xml" Id="R9914d33fa2e2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b4bc4b3f0436d" /><Relationship Type="http://schemas.openxmlformats.org/officeDocument/2006/relationships/notesMaster" Target="/ppt/notesMasters/notesMaster1.xml" Id="R836bcef6f046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296e4b59d4e6b" /><Relationship Type="http://schemas.openxmlformats.org/officeDocument/2006/relationships/notesMaster" Target="/ppt/notesMasters/notesMaster1.xml" Id="Ra4f17f3cf9e74a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dead6e3224b31" /><Relationship Type="http://schemas.openxmlformats.org/officeDocument/2006/relationships/notesMaster" Target="/ppt/notesMasters/notesMaster1.xml" Id="Rf2bc6dd405bb41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f9c1a381874cce" /><Relationship Type="http://schemas.openxmlformats.org/officeDocument/2006/relationships/notesMaster" Target="/ppt/notesMasters/notesMaster1.xml" Id="R98d79b5e01e849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924b8aba984ca4" /><Relationship Type="http://schemas.openxmlformats.org/officeDocument/2006/relationships/notesMaster" Target="/ppt/notesMasters/notesMaster1.xml" Id="Rb608f645236f4f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b725761f974084" /><Relationship Type="http://schemas.openxmlformats.org/officeDocument/2006/relationships/notesMaster" Target="/ppt/notesMasters/notesMaster1.xml" Id="R5c195eab849b4d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aa62dc8450478d" /><Relationship Type="http://schemas.openxmlformats.org/officeDocument/2006/relationships/notesMaster" Target="/ppt/notesMasters/notesMaster1.xml" Id="Re37db907105d41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fe61d82f254ee6" /><Relationship Type="http://schemas.openxmlformats.org/officeDocument/2006/relationships/notesMaster" Target="/ppt/notesMasters/notesMaster1.xml" Id="R087cc91b2ab74a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95e9e739914b31" /><Relationship Type="http://schemas.openxmlformats.org/officeDocument/2006/relationships/notesMaster" Target="/ppt/notesMasters/notesMaster1.xml" Id="R73a19b7d14f54a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bc588ad7014b0a" /><Relationship Type="http://schemas.openxmlformats.org/officeDocument/2006/relationships/notesMaster" Target="/ppt/notesMasters/notesMaster1.xml" Id="R52a2f8f7d4c54c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8e6bfd250c4725" /><Relationship Type="http://schemas.openxmlformats.org/officeDocument/2006/relationships/notesMaster" Target="/ppt/notesMasters/notesMaster1.xml" Id="Rbd748cbd586244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839e1777834821" /><Relationship Type="http://schemas.openxmlformats.org/officeDocument/2006/relationships/notesMaster" Target="/ppt/notesMasters/notesMaster1.xml" Id="Re9df85d9759c48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e5b4dc321a472e" /><Relationship Type="http://schemas.openxmlformats.org/officeDocument/2006/relationships/notesMaster" Target="/ppt/notesMasters/notesMaster1.xml" Id="R737eeb38a3414a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69e66b8b7c46f0" /><Relationship Type="http://schemas.openxmlformats.org/officeDocument/2006/relationships/notesMaster" Target="/ppt/notesMasters/notesMaster1.xml" Id="R7efacd6d3ded41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c5f1e1405d4968" /><Relationship Type="http://schemas.openxmlformats.org/officeDocument/2006/relationships/notesMaster" Target="/ppt/notesMasters/notesMaster1.xml" Id="R229bc9139868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d5d25249e47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e0812c43743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100768e894f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f1a7aa10242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6590cefbe44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868c84adb44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B9CBE7-7E71-4DC6-B755-F429444B1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0EF940-5942-462F-A616-A267F42BDC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84D439-338B-4B23-B04F-198F9A43D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ED158A-7C79-4197-83B1-D40814677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886C54-AB77-4AAD-BB36-D117A63041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2A35CF-E184-4B38-983C-8947EA88D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47B7F3-7E2E-4B5B-942B-8720C17CC2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B06CC7-FD52-4A34-A5C5-A071260468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204E85-ABE9-4EB1-A3F6-84D3D0367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D09F0-4DAF-47CE-8F4C-8E47C2BAA8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08f6704a743c1" /><Relationship Type="http://schemas.openxmlformats.org/officeDocument/2006/relationships/slideLayout" Target="/ppt/slideLayouts/slideLayout1.xml" Id="R5c4472670c984a4f" /><Relationship Type="http://schemas.openxmlformats.org/officeDocument/2006/relationships/slideLayout" Target="/ppt/slideLayouts/slideLayout2.xml" Id="Rdd30aa7b3e2d4cac" /><Relationship Type="http://schemas.openxmlformats.org/officeDocument/2006/relationships/slideLayout" Target="/ppt/slideLayouts/slideLayout3.xml" Id="Rf19ae1bdfcdb4256" /><Relationship Type="http://schemas.openxmlformats.org/officeDocument/2006/relationships/slideLayout" Target="/ppt/slideLayouts/slideLayout4.xml" Id="R88e4ac84f5e14122" /><Relationship Type="http://schemas.openxmlformats.org/officeDocument/2006/relationships/slideLayout" Target="/ppt/slideLayouts/slideLayout5.xml" Id="R5aafdbb227414656" /><Relationship Type="http://schemas.openxmlformats.org/officeDocument/2006/relationships/slideLayout" Target="/ppt/slideLayouts/slideLayout6.xml" Id="R38777ecbc6cf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472670c984a4f"/>
    <p:sldLayoutId xmlns:r="http://schemas.openxmlformats.org/officeDocument/2006/relationships" id="2147483650" r:id="Rdd30aa7b3e2d4cac"/>
    <p:sldLayoutId xmlns:r="http://schemas.openxmlformats.org/officeDocument/2006/relationships" id="2147483651" r:id="Rf19ae1bdfcdb4256"/>
    <p:sldLayoutId xmlns:r="http://schemas.openxmlformats.org/officeDocument/2006/relationships" id="2147483652" r:id="R88e4ac84f5e14122"/>
    <p:sldLayoutId xmlns:r="http://schemas.openxmlformats.org/officeDocument/2006/relationships" id="2147483653" r:id="R5aafdbb227414656"/>
    <p:sldLayoutId xmlns:r="http://schemas.openxmlformats.org/officeDocument/2006/relationships" id="2147483654" r:id="R38777ecbc6cf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b09c4ca0d4cf8" /><Relationship Type="http://schemas.openxmlformats.org/officeDocument/2006/relationships/image" Target="/ppt/media/image.png" Id="Rf503c15f39704c63" /><Relationship Type="http://schemas.openxmlformats.org/officeDocument/2006/relationships/image" Target="/ppt/media/image2.png" Id="R2d371f26a3474179" /><Relationship Type="http://schemas.openxmlformats.org/officeDocument/2006/relationships/notesSlide" Target="/ppt/notesSlides/notesSlide1.xml" Id="R1408350805964c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999e3898148e3" /><Relationship Type="http://schemas.openxmlformats.org/officeDocument/2006/relationships/image" Target="/ppt/media/image3.png" Id="R8c501b3cca9e4904" /><Relationship Type="http://schemas.openxmlformats.org/officeDocument/2006/relationships/image" Target="/ppt/media/image4.png" Id="R9537a7a873034de2" /><Relationship Type="http://schemas.openxmlformats.org/officeDocument/2006/relationships/notesSlide" Target="/ppt/notesSlides/notesSlide2.xml" Id="R233d595b402345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cb865afb54743" /><Relationship Type="http://schemas.openxmlformats.org/officeDocument/2006/relationships/image" Target="/ppt/media/image5.png" Id="R2e114a6998fd4404" /><Relationship Type="http://schemas.openxmlformats.org/officeDocument/2006/relationships/notesSlide" Target="/ppt/notesSlides/notesSlide3.xml" Id="R333c0eae795e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067f6ce5a4165" /><Relationship Type="http://schemas.openxmlformats.org/officeDocument/2006/relationships/image" Target="/ppt/media/image6.png" Id="R1ccf419847a34d77" /><Relationship Type="http://schemas.openxmlformats.org/officeDocument/2006/relationships/image" Target="/ppt/media/image7.png" Id="Re4983fa8710d49e4" /><Relationship Type="http://schemas.openxmlformats.org/officeDocument/2006/relationships/notesSlide" Target="/ppt/notesSlides/notesSlide4.xml" Id="R8c1e4b9d7f3f4b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df715861f4d5c" /><Relationship Type="http://schemas.openxmlformats.org/officeDocument/2006/relationships/image" Target="/ppt/media/image8.png" Id="R642ccab81eb946aa" /><Relationship Type="http://schemas.openxmlformats.org/officeDocument/2006/relationships/notesSlide" Target="/ppt/notesSlides/notesSlide5.xml" Id="Rec9c57cf348a44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7569894ee4d08" /><Relationship Type="http://schemas.openxmlformats.org/officeDocument/2006/relationships/image" Target="/ppt/media/image9.png" Id="R9fd4c1f715094287" /><Relationship Type="http://schemas.openxmlformats.org/officeDocument/2006/relationships/notesSlide" Target="/ppt/notesSlides/notesSlide6.xml" Id="Rddc4b12a9b3946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1954d6c1c4fb9" /><Relationship Type="http://schemas.openxmlformats.org/officeDocument/2006/relationships/image" Target="/ppt/media/image10.png" Id="R5f7f23881da04310" /><Relationship Type="http://schemas.openxmlformats.org/officeDocument/2006/relationships/image" Target="/ppt/media/image11.png" Id="R0d6770c400634472" /><Relationship Type="http://schemas.openxmlformats.org/officeDocument/2006/relationships/notesSlide" Target="/ppt/notesSlides/notesSlide7.xml" Id="R87db9603787d4f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fa513c88c4003" /><Relationship Type="http://schemas.openxmlformats.org/officeDocument/2006/relationships/image" Target="/ppt/media/image12.png" Id="Ra144589a5e084ee7" /><Relationship Type="http://schemas.openxmlformats.org/officeDocument/2006/relationships/notesSlide" Target="/ppt/notesSlides/notesSlide8.xml" Id="R91569999c1b947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cb48c4b4a415a" /><Relationship Type="http://schemas.openxmlformats.org/officeDocument/2006/relationships/image" Target="/ppt/media/image13.png" Id="R3bcb7955b6574aaa" /><Relationship Type="http://schemas.openxmlformats.org/officeDocument/2006/relationships/notesSlide" Target="/ppt/notesSlides/notesSlide9.xml" Id="R1664662eb6e145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9636fbb934ccb" /><Relationship Type="http://schemas.openxmlformats.org/officeDocument/2006/relationships/image" Target="/ppt/media/image14.png" Id="Re23fc208c0274835" /><Relationship Type="http://schemas.openxmlformats.org/officeDocument/2006/relationships/notesSlide" Target="/ppt/notesSlides/notesSlide10.xml" Id="R3012bb3befe141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a3fc02a0f4960" /><Relationship Type="http://schemas.openxmlformats.org/officeDocument/2006/relationships/image" Target="/ppt/media/image15.png" Id="Raac5b2621a9b4636" /><Relationship Type="http://schemas.openxmlformats.org/officeDocument/2006/relationships/image" Target="/ppt/media/image16.png" Id="R487b23f6ee3d4752" /><Relationship Type="http://schemas.openxmlformats.org/officeDocument/2006/relationships/notesSlide" Target="/ppt/notesSlides/notesSlide11.xml" Id="R885ffb3deb2240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10d727f9c4b62" /><Relationship Type="http://schemas.openxmlformats.org/officeDocument/2006/relationships/image" Target="/ppt/media/image17.png" Id="R3ad6d661fe224c15" /><Relationship Type="http://schemas.openxmlformats.org/officeDocument/2006/relationships/notesSlide" Target="/ppt/notesSlides/notesSlide12.xml" Id="R68b9f4f32c5247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e536120754961" /><Relationship Type="http://schemas.openxmlformats.org/officeDocument/2006/relationships/image" Target="/ppt/media/image18.png" Id="R10fa7e380b27403b" /><Relationship Type="http://schemas.openxmlformats.org/officeDocument/2006/relationships/notesSlide" Target="/ppt/notesSlides/notesSlide13.xml" Id="Rf486d57657e048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5ac13162e4e09" /><Relationship Type="http://schemas.openxmlformats.org/officeDocument/2006/relationships/image" Target="/ppt/media/image19.png" Id="Rbe062937bb914623" /><Relationship Type="http://schemas.openxmlformats.org/officeDocument/2006/relationships/image" Target="/ppt/media/image20.png" Id="Rcb829fd58fbb4946" /><Relationship Type="http://schemas.openxmlformats.org/officeDocument/2006/relationships/notesSlide" Target="/ppt/notesSlides/notesSlide14.xml" Id="Rd9600a71c8f742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6207d225d438a" /><Relationship Type="http://schemas.openxmlformats.org/officeDocument/2006/relationships/image" Target="/ppt/media/image21.png" Id="Rfec9869327d4428e" /><Relationship Type="http://schemas.openxmlformats.org/officeDocument/2006/relationships/image" Target="/ppt/media/image22.png" Id="Rd8675658fc1948ba" /><Relationship Type="http://schemas.openxmlformats.org/officeDocument/2006/relationships/notesSlide" Target="/ppt/notesSlides/notesSlide15.xml" Id="R73ea4e790e214d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abdf519b54d8d" /><Relationship Type="http://schemas.openxmlformats.org/officeDocument/2006/relationships/image" Target="/ppt/media/image23.png" Id="R8da16b8014344fe6" /><Relationship Type="http://schemas.openxmlformats.org/officeDocument/2006/relationships/image" Target="/ppt/media/image24.png" Id="Rdc6e4d1c89b94d5e" /><Relationship Type="http://schemas.openxmlformats.org/officeDocument/2006/relationships/notesSlide" Target="/ppt/notesSlides/notesSlide16.xml" Id="R1add1e32a16049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04FEB-56E7-4528-8FE9-1AEF378BE3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3c15f39704c63"/>
          <a:srcRect xmlns:a="http://schemas.openxmlformats.org/drawingml/2006/main" l="27885" t="0" r="27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1175" y="0"/>
            <a:ext cx="5838825" cy="7429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CC9D7-67D5-4C8A-8639-7BE3B3E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0"/>
            <a:ext cx="1333500" cy="7429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A"/>
              </a:gs>
              <a:gs pos="100000">
                <a:srgbClr val="FCFCF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17104-C290-47EF-B123-290022462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71f26a3474179"/>
          <a:stretch xmlns:a="http://schemas.openxmlformats.org/drawingml/2006/main"/>
        </p:blipFill>
        <p:spPr>
          <a:xfrm xmlns:a="http://schemas.openxmlformats.org/drawingml/2006/main">
            <a:off x="712134" y="476250"/>
            <a:ext cx="3623982" cy="600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F3BCF-ADFD-4888-A988-C1E38C3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BRAND PPT SYSTEM</a:t>
            </a:r>
            <a:r>
              <a:rPr sz="16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D6308-2C83-43C5-BACD-997EA0F7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3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3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63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[设计规范与页面结构]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C6141-24D1-4204-B615-FA03C3E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E7D8E-75C0-4C6E-B2CC-B7492F2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250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[统一品牌输出]</a:t>
            </a:r>
            <a:br>
              <a:rPr sz="2250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</a:br>
            <a:r>
              <a:rPr sz="2250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[可编辑、可复用、可扩展]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B2355-7285-4225-AEB8-5720FD9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</a:t>
            </a: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Brand System</a:t>
            </a: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]  /  [</a:t>
            </a: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v0.2</a:t>
            </a: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D5197-B50E-4227-AA2A-6904888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1D16A-2BEE-4FC6-9E83-64E6C6E4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8C27C-1E5D-46B5-8FD3-FEBD6A0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6316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F7114-1887-476E-9C67-B9DD2DFA8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01b3cca9e49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8D5D4-A83D-4D0C-8EF8-2CFF978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972A0-9448-4DA6-A7FC-28063C85D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7a7a873034de2"/>
          <a:stretch xmlns:a="http://schemas.openxmlformats.org/drawingml/2006/main"/>
        </p:blipFill>
        <p:spPr>
          <a:xfrm xmlns:a="http://schemas.openxmlformats.org/drawingml/2006/main">
            <a:off x="961571" y="45720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3851A-31A1-40D1-A079-D89F474A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43C9E-2CAA-40D0-967E-2971677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品牌 </a:t>
            </a: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PPT </a:t>
            </a: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C4213-133F-4F5C-90DC-AC7AE36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字体、色彩、结构和可编辑组件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2A58C-74B7-4AF7-A5B4-19EE5EF8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AD5C1-26B6-4CB2-9DB4-27F9E24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BD2B8-980B-4080-AEFE-DD8B325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7740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A4472-02CD-4A8A-84AE-8AA81F292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14a6998fd4404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4B619-B339-41BD-B7C6-E37A66DA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A23E-1BA2-4D74-A7A8-16438E36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设计 </a:t>
            </a: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42BD9-EA86-4130-8026-15CEB3C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PPT </a:t>
            </a: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页面使用的基础规则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0467D-4245-4A9E-AA22-C691309E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2C7CE-AF67-49EE-BDC2-6D59A2D5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E8166-0D89-4707-A7CA-3ADF1CB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AA29D-D08D-4925-A6D1-2251917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1C486-DA83-41F0-8F49-E6074AA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色彩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0D695-1409-444B-803D-A58DC555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35A6F-6B4B-461C-863D-578F839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5B330-E6B0-41FF-AC72-682226B4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2"/>
          </a:solidFill>
          <a:ln xmlns:a="http://schemas.openxmlformats.org/drawingml/2006/main" w="0">
            <a:solidFill>
              <a:srgbClr val="D2CFC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A1229-CA37-4262-9C95-0D410EF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309E8-1405-4721-B363-313F888B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#</a:t>
            </a: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FD340A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A97D5-D5F4-4A28-9258-85BF855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#</a:t>
            </a: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</a:t>
            </a: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B0C0C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B28D5-7793-4AE3-9C64-76724081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#</a:t>
            </a: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F6F5F2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D8234-EB11-42F5-98EA-AEC541B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#</a:t>
            </a:r>
            <a:r>
              <a:rPr sz="150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101820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E64FD-BE3E-4BB8-B1C6-A5BB5622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字体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15DF5-90A9-4E48-8A9E-B1518D12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8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仿宋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2F70C-4B61-47F1-BDC4-C0C47A7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7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中文与全角标点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C3291-A3A5-4BD5-9790-24BD41C0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Source Serif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5F229-1147-4739-8D1F-0AE213E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英文、数字与 </a:t>
            </a: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ASCII </a:t>
            </a: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标点</a:t>
            </a:r>
          </a:p>
        </p:txBody>
      </p:sp>
    </p:spTree>
    <p:extLst>
      <p:ext uri="{BB962C8B-B14F-4D97-AF65-F5344CB8AC3E}">
        <p14:creationId xmlns:p14="http://schemas.microsoft.com/office/powerpoint/2010/main" val="1322637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48C55-3B5D-4DB2-A1AB-DEB911332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f419847a34d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40158-C0A8-4318-B4B8-FA827518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2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F66C8-6508-42EA-BC96-5F9A11D6A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83fa8710d49e4"/>
          <a:stretch xmlns:a="http://schemas.openxmlformats.org/drawingml/2006/main"/>
        </p:blipFill>
        <p:spPr>
          <a:xfrm xmlns:a="http://schemas.openxmlformats.org/drawingml/2006/main">
            <a:off x="666750" y="458746"/>
            <a:ext cx="2857500" cy="4731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46E7B-317F-4CD8-91B1-25C6A48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7705F-ADB3-4F47-9A44-B02CAE41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[章节标题]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E3FBD-31B8-4076-8E82-82439766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[章节说明：这部分回答什么问题]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FC643-8201-4045-A2AF-900A133F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8C26E-DC55-4567-9109-0FE7A613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BF82B-9864-4063-B805-B45259B4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5252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DA814-0828-4A23-A1E6-4A6FDE4C1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cab81eb946aa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35AFD-3E4A-4541-89FB-574CEEB0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FCCA7-6D35-4DC8-A1AA-AF312B07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[关键指标总览]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FFDD8-A9FB-4EAE-8D95-850D203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[用数字建立参照系]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1B38-4857-4890-824A-E31ADA17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0AB9-EF4E-48C8-85F7-154A7612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C6F84-6091-4598-A442-2C0707E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EBD85-6B89-4128-B52F-5AD33811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26BD7-ABB6-44B2-BE95-A283AB81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A83EC-7551-42CA-8842-A083109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3849A-D990-4F5B-8381-B59A236A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679D7-4C61-4CCE-AD57-0BE5337E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EE801-C6EE-4600-B2A6-390EE206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58B0-4BA4-465E-AB7B-A498B163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8329E-5C73-464B-BE8C-7CF706CD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[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00</a:t>
            </a:r>
            <a:r>
              <a:rPr sz="465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D9A9F-7100-4C87-9F2A-E524C9B5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[指标名称]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25AD5-2A74-4E2A-8F89-586E94A5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64222-89C6-476B-AF1E-F048DE67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[本页核心结论]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9E141-F801-44A8-9C26-DCFCA2F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[口径、来源或假设说明]</a:t>
            </a:r>
          </a:p>
        </p:txBody>
      </p:sp>
    </p:spTree>
    <p:extLst>
      <p:ext uri="{BB962C8B-B14F-4D97-AF65-F5344CB8AC3E}">
        <p14:creationId xmlns:p14="http://schemas.microsoft.com/office/powerpoint/2010/main" val="1837156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96B7B-9322-461E-B506-540DD99AB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4c1f715094287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4B8A9-2F64-4A51-9F50-4714831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8227C-B14D-4286-937F-721AA89E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[商业模式 / 价值链]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A0A77-64F9-451E-A3C8-0D1557B4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[适合机制拆解与参与方关系]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9F613-FFC0-4E49-9C6A-CCAD46F2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1D7DA-30C6-4827-BC8E-7D41FBB7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49399-E6DD-40F3-8FE4-47C6520B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A9320-FAF9-4CD0-80D6-17D2B9C1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D577-37CC-431C-AB1D-8945CFA4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19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3D8B1-B9E4-4E2B-9179-3BE918AD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[核心机制一]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F1D57-B413-491A-809C-B931D03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5734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[价值来源]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[合同或收入机制]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[关键约束]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1F261-83C7-43A8-B5BE-9F2D17FF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695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D841F-33DE-4261-84D7-A8866EA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43175"/>
            <a:ext cx="649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[核心机制二]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96C27-6839-49CB-8274-1093F962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14675"/>
            <a:ext cx="6496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[交付方式]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[成本或融资机制]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[可复制性]</a:t>
            </a:r>
          </a:p>
        </p:txBody>
      </p:sp>
    </p:spTree>
    <p:extLst>
      <p:ext uri="{BB962C8B-B14F-4D97-AF65-F5344CB8AC3E}">
        <p14:creationId xmlns:p14="http://schemas.microsoft.com/office/powerpoint/2010/main" val="704222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D0CE6-E621-4264-8C74-CD2A81C76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23881da0431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090E6-F150-42FE-9817-8E999520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80B2A-A812-487E-BCE9-AD4E32AA1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770c400634472"/>
          <a:stretch xmlns:a="http://schemas.openxmlformats.org/drawingml/2006/main"/>
        </p:blipFill>
        <p:spPr>
          <a:xfrm xmlns:a="http://schemas.openxmlformats.org/drawingml/2006/main">
            <a:off x="961571" y="45720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B7EA-998E-47AE-B3F6-D73AFA9F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C0B35-1E2A-4AF0-9E51-229D0E0F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[市场与产品]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2D6DC-0047-42FD-A1CE-5F63DC36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[需求、产品与交付框架]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0911C-A692-4B3B-908A-23490FE0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10D79-5759-401C-A0BC-3D0DB76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5FD08-0381-460D-B711-8098C02B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1283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4BC35-A34A-4D9D-8745-DC527108E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4589a5e084ee7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59FA5-F088-46B0-9635-8CB7949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C9325-2FC2-43F7-B677-BAF0BCE0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[市场 / 规模 / 增长]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805BC-30EA-4D00-87BF-C645F48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[适合趋势图、容量图与阶段目标]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BB1D5-C891-4A9E-B6A9-D455FF5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9AD8C-C93C-4A89-8128-16F58266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24F51-6B6C-4905-98AC-D76268EE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A9538-7ADC-486D-AA5B-C63FCBB1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F0AFA-755F-43E0-9187-39CFB3DC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6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[横轴标签]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A82F2-88B4-41DD-81A6-39DD30BB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4BB4C-F5F2-4140-899E-68877D77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99FB5-591F-42C0-B83C-B5F7BB5B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422C0-F170-42C2-BB40-43CC8FC6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E516D-2DA9-4CBE-81AE-1114860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88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3373F-A10B-4665-9ACC-C680E9A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3AA95-38A7-4960-8ADF-9104E8C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9600"/>
            <a:ext cx="857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88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081C2-AD35-4F52-8C7A-22DCF8D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67751-873C-4D4F-AB6D-D393626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06190"/>
            <a:ext cx="857250" cy="181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88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1D2BF-825B-4DC0-9DA0-0C6E6A3C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AB3EC-9A6A-41B8-BA51-2C49437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99460"/>
            <a:ext cx="857250" cy="2320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CFC07-E8A0-4A91-9FC4-6B07CA5E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43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[阶段]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5451D-DA75-43A4-8B8D-F5A27D01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581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0551A-21FF-44CA-8AA0-7AD53A26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535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[右侧结论]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62F0F-9007-4FEA-96BB-D0F6049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5353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[关键驱动]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[可验证证据]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[投资人要记住的判断]</a:t>
            </a:r>
          </a:p>
        </p:txBody>
      </p:sp>
    </p:spTree>
    <p:extLst>
      <p:ext uri="{BB962C8B-B14F-4D97-AF65-F5344CB8AC3E}">
        <p14:creationId xmlns:p14="http://schemas.microsoft.com/office/powerpoint/2010/main" val="1794610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0C264-BAF3-480B-AF44-713704DFA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b7955b6574aaa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72875-940B-4A1D-934D-F2A35C8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DE8D2-298D-4211-9E9B-0FE8C75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[产品 / 系统 / 交付架构]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F9146-D70F-4071-89E8-DDEA932D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[适合工程图、系统图与服务分层]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541E8-4733-40EB-9C38-7B37356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8A580-CAEA-4C1D-A08F-7151854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A9BAB-1D5B-4FFC-BCCC-A604BCD3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553E7-F676-47A3-9EE1-08E8B2D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4EB52-C5DA-4B2C-91CB-C818665B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8096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D48B2-3CC3-4A0B-9040-8AD4692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763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[工程图 / 系统图位置]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3CE4F-7BBE-4486-9CBD-D62F3F88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76390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[插入高清工程图]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[标注边界、接口与验收标准]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A0693-B1DC-4918-934C-D5C67BB1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ABF86-E4AE-40FE-B559-D818DB15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95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[交付说明]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780EE-10E2-44D4-B8CA-7A11815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4675"/>
            <a:ext cx="49720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[配置摘要]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[交付标准]</a:t>
            </a:r>
            <a:b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</a:b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[客户可见成果]</a:t>
            </a:r>
          </a:p>
        </p:txBody>
      </p:sp>
    </p:spTree>
    <p:extLst>
      <p:ext uri="{BB962C8B-B14F-4D97-AF65-F5344CB8AC3E}">
        <p14:creationId xmlns:p14="http://schemas.microsoft.com/office/powerpoint/2010/main" val="352565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4D1DEE-3018-403D-8D8F-5B836994C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fc208c0274835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77567-5889-4909-B8EC-724493C8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35896-7522-4789-9847-FA5C837B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[预算 / 资源 / 责任矩阵]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11838-DFC5-4F9A-A482-F4AA6A3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[所有表格保持原生可编辑]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65CA9-B6D1-4728-B2F7-FB6EE1F2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A0798-D985-4251-AC3F-9B2A4487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DF7DF-6407-4750-8A63-5C4B8AB6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4F70D-BF50-4E96-B45C-FB9A74E1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DE87F-97ED-4FC7-A379-A0092F04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7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FF47A-806F-48CE-8131-1FA4DB69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157E1-77C3-406E-95DA-45A3F8B4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C4C65-A600-4F47-A7F8-7AD7A2D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538DC-4AB3-49F4-9933-7F50ABE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B62D2-A290-4A75-AF4C-98E322C1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24765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口径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B5508-0F66-4883-81FD-5D6D4277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4765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备注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7837E-C44E-4B59-B3FD-C7B31D64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6443F-360B-4DD0-8D81-63D04C6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4578B-A268-4FC7-AB73-D339B928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979AD-F369-4AC5-93DD-4E1F36E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474C5-1BC4-4F52-B0A1-60EB7DEC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47232-C467-4C01-83A9-36443695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32766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34E00-F348-4DF2-81A4-CE9477AB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32766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74F7F-D357-4151-A827-7FD9940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CC717-2976-4F25-B0E6-E616BC4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405FE-F656-4FE0-A930-280A507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92947-D8DB-4BEB-8790-98DCE708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36995-0B93-4056-83B2-BA446C09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CCE81-E363-4462-81C2-5BC15948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0767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C73A4-F3F4-4E50-8821-2F9FD89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0767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E8FC3-AC8E-4057-96C5-D6578AD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09079-2DE7-4C0B-A723-5A412686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2C2F8-989F-4C6F-B523-F07E0075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9F0EBA-CB39-4818-8326-E253344F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9A1C3-340A-4969-B1E0-5570BA80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D51A51-98ED-41FA-87B1-C80239AD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8768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0B3A1B-3FFD-4A70-8D2B-6E801B1F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8768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FAB6D-728E-46FB-AE65-8A86E9F7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2CEACB-681E-4832-AC89-876554E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AB694-F046-4234-A841-8000436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E1B7C2-4E4B-4CD8-80B8-7F4F1F9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9942F0-770F-4286-A17C-0984C6E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2D2C16-39F2-435D-A50E-E7C3CD4F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56769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DE2E4A-749F-431F-9C1E-2C4E8D2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56769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</p:spTree>
    <p:extLst>
      <p:ext uri="{BB962C8B-B14F-4D97-AF65-F5344CB8AC3E}">
        <p14:creationId xmlns:p14="http://schemas.microsoft.com/office/powerpoint/2010/main" val="384863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B8B6F-0E0C-4B84-AABA-C5632C16AA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5b2621a9b46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F741A-2A7F-4552-A146-BF0FE11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6667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F0D59-C205-44C2-8A7E-C8B53B552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b23f6ee3d4752"/>
          <a:stretch xmlns:a="http://schemas.openxmlformats.org/drawingml/2006/main"/>
        </p:blipFill>
        <p:spPr>
          <a:xfrm xmlns:a="http://schemas.openxmlformats.org/drawingml/2006/main">
            <a:off x="961571" y="45720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DF672-115D-4B0D-A4B7-D4D0782F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F59B-A57A-4844-A58E-3ED01C7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[资本与执行]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4015E-842D-4F46-BF6F-218FB9F4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[资源、融资与交付路径]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22C06-1557-4B02-A372-7B96A90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37E7-7E75-4653-BF0D-B894F223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7EEE1-A0E3-4C54-849E-4AB27BA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6361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4DF10-2774-46F8-A463-9587348A9E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6d661fe224c15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914A8-71B9-4237-BCDD-8E528E57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FF5E6-71E4-4436-B4C1-35F89412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[关键路径 / 里程碑]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33B86-80B9-4A96-8324-4CCEA02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[适合审批、建设、采购与交付时间表]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8ABB8-60F8-484C-BE08-66EDA300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78AF1-9685-445C-984B-0A9772D0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9D4DA-32BE-4A8A-812D-CCF5CA0D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AA928-4349-4EFC-B70B-299EF683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5DA44-BB11-4AE2-A492-AC4A03A3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F79A3-9626-43AA-996F-DE3EC7D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15246-1FA1-4FF7-AE10-634C938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D3114-AACC-48B9-ABF7-AC85367E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1BF6E-5E85-4574-9DEE-F08DBBFE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57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0CC53-BFC1-4D88-BA89-63224D1F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ADBE5-C989-4849-94C5-1DC90CC8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B9636-5D66-43DC-A371-658BE76D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F8BED-0752-4346-BCEF-2B38E76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0101E-B26A-4B16-B9CA-476847A3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504B8-284B-4275-8053-C94ABFEA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80667-197B-4303-A91A-1C8AA171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F1083-C813-4390-ABA3-4B6728E5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58C89-1879-4472-A303-463CF13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87C7E-4BDA-4A67-92ED-9E09BB7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576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08BEC-7610-4F07-A679-2853866C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E7B34-6B8D-406E-B2AA-26DC05F3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4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8D676-10D4-48D9-A3B0-1124EAD9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202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[阶段名称]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520D3-F41B-4662-B2AA-A47E85CB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725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[交付文件 / 条件]</a:t>
            </a:r>
          </a:p>
        </p:txBody>
      </p:sp>
    </p:spTree>
    <p:extLst>
      <p:ext uri="{BB962C8B-B14F-4D97-AF65-F5344CB8AC3E}">
        <p14:creationId xmlns:p14="http://schemas.microsoft.com/office/powerpoint/2010/main" val="1839506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928F18-DE41-4E89-BC2F-183C9E222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a7e380b27403b"/>
          <a:stretch xmlns:a="http://schemas.openxmlformats.org/drawingml/2006/main"/>
        </p:blipFill>
        <p:spPr>
          <a:xfrm xmlns:a="http://schemas.openxmlformats.org/drawingml/2006/main">
            <a:off x="697006" y="228600"/>
            <a:ext cx="2415988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D6EA3-0D8A-4932-8EFC-1831B8D2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/ Brand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06DB3-0B80-499A-9F1A-FACC7D3E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36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[比较 / 风险 / 决策矩阵]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6067-BF8F-4CE4-B149-AC37539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8590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18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[适合方案比较、敏感性分析与风险登记]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6F6E6-382C-47A3-B5C6-CA87DFC6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340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80C31-D3A8-4E6E-9049-2F8D9A1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C7C4D-7ECB-4AAA-8807-95622407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D3CB7-0B1F-45FA-9DD7-85A5A44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98C15-62DB-41E6-8051-188ED9B3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7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8A6E5-D442-4447-A672-8976218E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29D3A-B53D-430C-8903-5B7CC740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009E2-50EE-4749-8068-D92DA82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23336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0E00D-6B1F-4144-99D0-3DCDDB5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4AA66-85FD-49A8-8CA3-DAC0E604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24765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口径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60BE5-1175-4D89-AEB9-BE7173F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4765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1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备注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39A8F-9D9B-434D-9AE1-98A706F5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F5B39-AA08-49E3-BD63-5ACC6950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E5975-48F8-4B3B-BA00-980371FB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972B4-F81C-46E4-BD2A-261E34BC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1337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8DAF3-99DF-49E7-BD38-E557D9BF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8954A-3934-4E07-AE27-04C21E0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32766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9F8D1-1060-4BDE-9F42-7400C02B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32766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00385-E901-47D9-82AF-DBA8F3ED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9CABA-6718-4E14-8444-87F8A10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92979-9AE1-43B5-9CAC-7713AED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1C182-BD6C-4889-B3B0-13AEACDC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39338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B1DFE-E8B8-4017-B442-54B00970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24BE3-37FB-4B6A-83AB-03132DCB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0767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F8C18-EADC-4FF5-BC33-556047F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0767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D6C137-A354-4114-BECD-7604E53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A64B56-F809-42FC-84BE-1E97073A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5753C-DFED-4D7F-B0FB-2EA6D3D5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ABBDB-25E9-4691-A420-63AD8C6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47339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7680DB-0DE4-4EAA-9320-E76BCDA9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3DF7D8-796D-4C89-BB60-5DF65EAB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8768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98B323-1993-42DD-8FF8-6D5933DA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48768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B2E562-E5A3-4C25-9313-DE95E58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1E5892-52CF-4B83-907E-7900B1D6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F9F663-2493-4E7C-946C-1D0CFC3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8AD2FD-850E-47C6-87AF-01C38DB8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780" y="5534025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1BBE8C-E21B-420F-829C-6235656B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3589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1575" b="0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[填写项目]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FCE05D-8C40-46D9-AF6B-D488A0A6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5676900"/>
            <a:ext cx="4423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[填写数据]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F9C0A7-A0B5-43EE-B698-8539799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5676900"/>
            <a:ext cx="49796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>
                <a:solidFill>
                  <a:srgbClr val="0B0C0C"/>
                </a:solidFill>
                <a:latin typeface="Source Serif 4"/>
                <a:ea typeface="Source Serif 4"/>
                <a:cs typeface="Source Serif 4"/>
              </a:rPr>
              <a:t>[填写备注]</a:t>
            </a:r>
          </a:p>
        </p:txBody>
      </p:sp>
    </p:spTree>
    <p:extLst>
      <p:ext uri="{BB962C8B-B14F-4D97-AF65-F5344CB8AC3E}">
        <p14:creationId xmlns:p14="http://schemas.microsoft.com/office/powerpoint/2010/main" val="13831873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AD1BF-0249-4499-9B88-5AF006789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62937bb9146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5C897-7F78-4338-9FEF-F0A8393A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F2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38BB-7EC1-4A44-9804-3622C2F3A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29fd58fbb4946"/>
          <a:stretch xmlns:a="http://schemas.openxmlformats.org/drawingml/2006/main"/>
        </p:blipFill>
        <p:spPr>
          <a:xfrm xmlns:a="http://schemas.openxmlformats.org/drawingml/2006/main">
            <a:off x="666750" y="458746"/>
            <a:ext cx="2857500" cy="4731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CAA63-05C0-4E0E-B6A4-9432B4DE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1A4F8-B405-4091-841F-59DB8E1E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48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[规模化与行动]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9CB43-05CE-4E7D-ABBE-8CAF569F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210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[从一期交付到下一阶段增长]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F68B5-23B6-4DC6-8767-52A68E4F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969DC-67AE-40C9-8E99-F786BDEF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AA54A-53BA-4B5C-B971-426B916D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1253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0CF8A-94DA-4E9F-A500-52020017F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9869327d4428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7F16D-85CB-40D8-B055-D77DA4A2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>
              <a:alpha val="60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6234D-FC7A-49F5-89D4-375A2E46C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75658fc1948ba"/>
          <a:stretch xmlns:a="http://schemas.openxmlformats.org/drawingml/2006/main"/>
        </p:blipFill>
        <p:spPr>
          <a:xfrm xmlns:a="http://schemas.openxmlformats.org/drawingml/2006/main">
            <a:off x="961571" y="476250"/>
            <a:ext cx="2267857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A617B-A00E-4730-9BE3-48CEA681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defRPr>
            </a:pPr>
            <a:r>
              <a:rPr sz="2700" b="1">
                <a:solidFill>
                  <a:srgbClr val="FD340A"/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55E6F-1216-4E7A-BC7C-415A7D2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CFCFA"/>
                </a:solidFill>
                <a:latin typeface="FangSong"/>
                <a:ea typeface="FangSong"/>
                <a:cs typeface="FangSong"/>
              </a:defRPr>
            </a:pPr>
            <a:r>
              <a:rPr sz="4650" b="1">
                <a:solidFill>
                  <a:srgbClr val="FCFCFA"/>
                </a:solidFill>
                <a:latin typeface="FangSong"/>
                <a:ea typeface="FangSong"/>
                <a:cs typeface="FangSong"/>
              </a:rPr>
              <a:t>[章节收束标题]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9371C-27D6-4E78-A7C2-160BF125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8D8D4"/>
                </a:solidFill>
                <a:latin typeface="FangSong"/>
                <a:ea typeface="FangSong"/>
                <a:cs typeface="FangSong"/>
              </a:defRPr>
            </a:pPr>
            <a:r>
              <a:rPr sz="2250" b="0">
                <a:solidFill>
                  <a:srgbClr val="D8D8D4"/>
                </a:solidFill>
                <a:latin typeface="FangSong"/>
                <a:ea typeface="FangSong"/>
                <a:cs typeface="FangSong"/>
              </a:rPr>
              <a:t>[长期目标 / 投资人行动召唤]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4B724-704D-4316-A88D-06CD81BF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2934B-9EBD-4712-8534-963709DF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7A6D9-DAA3-4DDA-B6A4-A89FA07B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D8D8D4"/>
                </a:solidFill>
                <a:latin typeface="Source Serif 4"/>
                <a:ea typeface="Source Serif 4"/>
                <a:cs typeface="Source Serif 4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01799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6DEAC-434A-4BA3-88CB-F5A0A2729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16b8014344fe6"/>
          <a:srcRect xmlns:a="http://schemas.openxmlformats.org/drawingml/2006/main" l="27885" t="0" r="27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1175" y="0"/>
            <a:ext cx="5838825" cy="7429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E4887-0846-4B74-BBB2-59F3ECBF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0"/>
            <a:ext cx="1333500" cy="7429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CFCFA"/>
              </a:gs>
              <a:gs pos="100000">
                <a:srgbClr val="FCFCF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A6A87-CACF-4122-A281-2A86EC6E9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e4d1c89b94d5e"/>
          <a:stretch xmlns:a="http://schemas.openxmlformats.org/drawingml/2006/main"/>
        </p:blipFill>
        <p:spPr>
          <a:xfrm xmlns:a="http://schemas.openxmlformats.org/drawingml/2006/main">
            <a:off x="712134" y="476250"/>
            <a:ext cx="3623982" cy="6000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DEDF-A753-4BDD-A711-56CC580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5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0B0C0C"/>
                </a:solidFill>
                <a:latin typeface="FangSong"/>
                <a:ea typeface="FangSong"/>
                <a:cs typeface="FangSong"/>
              </a:defRPr>
            </a:pPr>
            <a:r>
              <a:rPr sz="4500" b="1">
                <a:solidFill>
                  <a:srgbClr val="0B0C0C"/>
                </a:solidFill>
                <a:latin typeface="FangSong"/>
                <a:ea typeface="FangSong"/>
                <a:cs typeface="FangSong"/>
              </a:rPr>
              <a:t>母版使用说明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ABA69-9B57-4D76-A44D-986BA79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666661"/>
                </a:solidFill>
                <a:latin typeface="FangSong"/>
                <a:ea typeface="FangSong"/>
                <a:cs typeface="FangSong"/>
              </a:defRPr>
            </a:pPr>
            <a:r>
              <a:rPr sz="2250" b="0">
                <a:solidFill>
                  <a:srgbClr val="666661"/>
                </a:solidFill>
                <a:latin typeface="FangSong"/>
                <a:ea typeface="FangSong"/>
                <a:cs typeface="FangSong"/>
              </a:rPr>
              <a:t>复制页面结构，替换占位符，保留字体与品牌边界。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1F116-DCEF-4B34-856A-B83D7D0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67650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C8334-B701-4BC4-A5DF-F6D1A59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inresearch.ai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· </a:t>
            </a:r>
            <a:r>
              <a:rPr sz="1275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marketing standards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80216-45DB-42E5-9510-EC4E7834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10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>
                <a:solidFill>
                  <a:srgbClr val="666661"/>
                </a:solidFill>
                <a:latin typeface="Source Serif 4"/>
                <a:ea typeface="Source Serif 4"/>
                <a:cs typeface="Source Serif 4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8377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2026-10-17T00:31:32.8950000Z</dcterms:created>
  <dcterms:modified xsi:type="dcterms:W3CDTF">2026-10-17T00:31:32.8950000Z</dcterms:modified>
</coreProperties>
</file>