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1aadb7417418d" /><Relationship Type="http://schemas.openxmlformats.org/officeDocument/2006/relationships/extended-properties" Target="/docProps/app.xml" Id="Rb1bc33dfe0bc43db" /><Relationship Type="http://schemas.openxmlformats.org/officeDocument/2006/relationships/officeDocument" Target="/ppt/presentation.xml" Id="R3106eb7bc48344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e2c06249af445c"/>
  </p:sldMasterIdLst>
  <p:notesMasterIdLst>
    <p:notesMasterId xmlns:r="http://schemas.openxmlformats.org/officeDocument/2006/relationships" r:id="R4939e65018c34764"/>
  </p:notesMasterIdLst>
  <p:sldIdLst>
    <p:sldId xmlns:r="http://schemas.openxmlformats.org/officeDocument/2006/relationships" id="256" r:id="R47e00456547f4301"/>
    <p:sldId xmlns:r="http://schemas.openxmlformats.org/officeDocument/2006/relationships" id="257" r:id="R1737bc33ee2a4218"/>
    <p:sldId xmlns:r="http://schemas.openxmlformats.org/officeDocument/2006/relationships" id="258" r:id="R5224f7814d534c14"/>
    <p:sldId xmlns:r="http://schemas.openxmlformats.org/officeDocument/2006/relationships" id="259" r:id="Rfd289c575b464bdf"/>
    <p:sldId xmlns:r="http://schemas.openxmlformats.org/officeDocument/2006/relationships" id="260" r:id="Rdb269fe3d0794333"/>
    <p:sldId xmlns:r="http://schemas.openxmlformats.org/officeDocument/2006/relationships" id="261" r:id="R2039ec330d82447d"/>
    <p:sldId xmlns:r="http://schemas.openxmlformats.org/officeDocument/2006/relationships" id="262" r:id="Rce3d6a169626478c"/>
    <p:sldId xmlns:r="http://schemas.openxmlformats.org/officeDocument/2006/relationships" id="263" r:id="R376b8f7e6fa94bce"/>
    <p:sldId xmlns:r="http://schemas.openxmlformats.org/officeDocument/2006/relationships" id="264" r:id="R028159560bc040c5"/>
    <p:sldId xmlns:r="http://schemas.openxmlformats.org/officeDocument/2006/relationships" id="265" r:id="R770aff51133c447e"/>
    <p:sldId xmlns:r="http://schemas.openxmlformats.org/officeDocument/2006/relationships" id="266" r:id="R823d3f136e1446b7"/>
    <p:sldId xmlns:r="http://schemas.openxmlformats.org/officeDocument/2006/relationships" id="267" r:id="Rfcc52ec51e084382"/>
    <p:sldId xmlns:r="http://schemas.openxmlformats.org/officeDocument/2006/relationships" id="268" r:id="R66a76860125a43a4"/>
    <p:sldId xmlns:r="http://schemas.openxmlformats.org/officeDocument/2006/relationships" id="269" r:id="R183513029949404e"/>
    <p:sldId xmlns:r="http://schemas.openxmlformats.org/officeDocument/2006/relationships" id="270" r:id="R256c22f8f72b4cd5"/>
    <p:sldId xmlns:r="http://schemas.openxmlformats.org/officeDocument/2006/relationships" id="271" r:id="R453e51ebf50743b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2f22659f0240c4" /><Relationship Type="http://schemas.openxmlformats.org/officeDocument/2006/relationships/slideMaster" Target="/ppt/slideMasters/slideMaster1.xml" Id="R78e2c06249af445c" /><Relationship Type="http://schemas.openxmlformats.org/officeDocument/2006/relationships/notesMaster" Target="/ppt/notesMasters/notesMaster1.xml" Id="R4939e65018c34764" /><Relationship Type="http://schemas.openxmlformats.org/officeDocument/2006/relationships/presProps" Target="/ppt/presProps.xml" Id="Rae6a2bfe1bb5481d" /><Relationship Type="http://schemas.openxmlformats.org/officeDocument/2006/relationships/tableStyles" Target="/ppt/tableStyles.xml" Id="Re0bec5d409de48f7" /><Relationship Type="http://schemas.openxmlformats.org/officeDocument/2006/relationships/slide" Target="/ppt/slides/slide1.xml" Id="R47e00456547f4301" /><Relationship Type="http://schemas.openxmlformats.org/officeDocument/2006/relationships/slide" Target="/ppt/slides/slide2.xml" Id="R1737bc33ee2a4218" /><Relationship Type="http://schemas.openxmlformats.org/officeDocument/2006/relationships/slide" Target="/ppt/slides/slide3.xml" Id="R5224f7814d534c14" /><Relationship Type="http://schemas.openxmlformats.org/officeDocument/2006/relationships/slide" Target="/ppt/slides/slide4.xml" Id="Rfd289c575b464bdf" /><Relationship Type="http://schemas.openxmlformats.org/officeDocument/2006/relationships/slide" Target="/ppt/slides/slide5.xml" Id="Rdb269fe3d0794333" /><Relationship Type="http://schemas.openxmlformats.org/officeDocument/2006/relationships/slide" Target="/ppt/slides/slide6.xml" Id="R2039ec330d82447d" /><Relationship Type="http://schemas.openxmlformats.org/officeDocument/2006/relationships/slide" Target="/ppt/slides/slide7.xml" Id="Rce3d6a169626478c" /><Relationship Type="http://schemas.openxmlformats.org/officeDocument/2006/relationships/slide" Target="/ppt/slides/slide8.xml" Id="R376b8f7e6fa94bce" /><Relationship Type="http://schemas.openxmlformats.org/officeDocument/2006/relationships/slide" Target="/ppt/slides/slide9.xml" Id="R028159560bc040c5" /><Relationship Type="http://schemas.openxmlformats.org/officeDocument/2006/relationships/slide" Target="/ppt/slides/slide10.xml" Id="R770aff51133c447e" /><Relationship Type="http://schemas.openxmlformats.org/officeDocument/2006/relationships/slide" Target="/ppt/slides/slide11.xml" Id="R823d3f136e1446b7" /><Relationship Type="http://schemas.openxmlformats.org/officeDocument/2006/relationships/slide" Target="/ppt/slides/slide12.xml" Id="Rfcc52ec51e084382" /><Relationship Type="http://schemas.openxmlformats.org/officeDocument/2006/relationships/slide" Target="/ppt/slides/slide13.xml" Id="R66a76860125a43a4" /><Relationship Type="http://schemas.openxmlformats.org/officeDocument/2006/relationships/slide" Target="/ppt/slides/slide14.xml" Id="R183513029949404e" /><Relationship Type="http://schemas.openxmlformats.org/officeDocument/2006/relationships/slide" Target="/ppt/slides/slide15.xml" Id="R256c22f8f72b4cd5" /><Relationship Type="http://schemas.openxmlformats.org/officeDocument/2006/relationships/slide" Target="/ppt/slides/slide16.xml" Id="R453e51ebf507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fc8cb87e4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b4162c821485f" /><Relationship Type="http://schemas.openxmlformats.org/officeDocument/2006/relationships/notesMaster" Target="/ppt/notesMasters/notesMaster1.xml" Id="Rf7ce0fbf5a09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08851ba6742b4" /><Relationship Type="http://schemas.openxmlformats.org/officeDocument/2006/relationships/notesMaster" Target="/ppt/notesMasters/notesMaster1.xml" Id="R036fa793ac44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8c40f0cc9444d5" /><Relationship Type="http://schemas.openxmlformats.org/officeDocument/2006/relationships/notesMaster" Target="/ppt/notesMasters/notesMaster1.xml" Id="R099de8963ced4a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eead3abf746d5" /><Relationship Type="http://schemas.openxmlformats.org/officeDocument/2006/relationships/notesMaster" Target="/ppt/notesMasters/notesMaster1.xml" Id="Re7d1b3539b1d4b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6a0cab0bf48fb" /><Relationship Type="http://schemas.openxmlformats.org/officeDocument/2006/relationships/notesMaster" Target="/ppt/notesMasters/notesMaster1.xml" Id="R8b7fe37ab22d40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6332e8150345f9" /><Relationship Type="http://schemas.openxmlformats.org/officeDocument/2006/relationships/notesMaster" Target="/ppt/notesMasters/notesMaster1.xml" Id="R1aadc90c88a94b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b7876649b3471c" /><Relationship Type="http://schemas.openxmlformats.org/officeDocument/2006/relationships/notesMaster" Target="/ppt/notesMasters/notesMaster1.xml" Id="R68af6f38c79a49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42f65a13f64e51" /><Relationship Type="http://schemas.openxmlformats.org/officeDocument/2006/relationships/notesMaster" Target="/ppt/notesMasters/notesMaster1.xml" Id="R08374cd281a243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c4c1b376d64fe9" /><Relationship Type="http://schemas.openxmlformats.org/officeDocument/2006/relationships/notesMaster" Target="/ppt/notesMasters/notesMaster1.xml" Id="Rdc1ee135e0c240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8dd6ec178e46f7" /><Relationship Type="http://schemas.openxmlformats.org/officeDocument/2006/relationships/notesMaster" Target="/ppt/notesMasters/notesMaster1.xml" Id="Rb5a0d9452a55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5fceebe8a144b5" /><Relationship Type="http://schemas.openxmlformats.org/officeDocument/2006/relationships/notesMaster" Target="/ppt/notesMasters/notesMaster1.xml" Id="Rfc7829d5126548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0db952f1074fec" /><Relationship Type="http://schemas.openxmlformats.org/officeDocument/2006/relationships/notesMaster" Target="/ppt/notesMasters/notesMaster1.xml" Id="R2818075f8aa540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114e9b5254cd2" /><Relationship Type="http://schemas.openxmlformats.org/officeDocument/2006/relationships/notesMaster" Target="/ppt/notesMasters/notesMaster1.xml" Id="R9411c2f47905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5496cb6ddc462a" /><Relationship Type="http://schemas.openxmlformats.org/officeDocument/2006/relationships/notesMaster" Target="/ppt/notesMasters/notesMaster1.xml" Id="R196b3beafc684a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c91f9218894a03" /><Relationship Type="http://schemas.openxmlformats.org/officeDocument/2006/relationships/notesMaster" Target="/ppt/notesMasters/notesMaster1.xml" Id="Re9d091368deb4d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77adeb6d7849db" /><Relationship Type="http://schemas.openxmlformats.org/officeDocument/2006/relationships/notesMaster" Target="/ppt/notesMasters/notesMaster1.xml" Id="R9892d171f2cd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35d33523146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146adc5aa4e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dc5b260244f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ec562f83240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90acff51a4a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3fb67940b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5255AA-C9C1-4F05-A75D-8116982AC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B4DCBA-53CE-41EB-A248-E7C89D38C4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292774-909B-46C6-B844-86632F120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0E4A5-CDB3-4FB9-83AC-A92306028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62D0BE-59F9-43C1-9E6E-F01D5E44C7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CB0237-1512-4FFD-AAFD-9DF72A5B8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018794-EE65-4132-82C4-5C941EA59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6A01C5-5167-4414-A8B3-8297BE7CA6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81830-33F7-421B-964F-A856BE7C8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515835-4119-4B96-AEA7-27DDD3508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8649f65a84296" /><Relationship Type="http://schemas.openxmlformats.org/officeDocument/2006/relationships/slideLayout" Target="/ppt/slideLayouts/slideLayout1.xml" Id="R4ad99e5aeec04c9b" /><Relationship Type="http://schemas.openxmlformats.org/officeDocument/2006/relationships/slideLayout" Target="/ppt/slideLayouts/slideLayout2.xml" Id="Re12ffcff1f8e4247" /><Relationship Type="http://schemas.openxmlformats.org/officeDocument/2006/relationships/slideLayout" Target="/ppt/slideLayouts/slideLayout3.xml" Id="R8170e86fb7354e5f" /><Relationship Type="http://schemas.openxmlformats.org/officeDocument/2006/relationships/slideLayout" Target="/ppt/slideLayouts/slideLayout4.xml" Id="R99c501e0e647480e" /><Relationship Type="http://schemas.openxmlformats.org/officeDocument/2006/relationships/slideLayout" Target="/ppt/slideLayouts/slideLayout5.xml" Id="R272e790eb5d945dd" /><Relationship Type="http://schemas.openxmlformats.org/officeDocument/2006/relationships/slideLayout" Target="/ppt/slideLayouts/slideLayout6.xml" Id="Re3b3a6dcf46a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99e5aeec04c9b"/>
    <p:sldLayoutId xmlns:r="http://schemas.openxmlformats.org/officeDocument/2006/relationships" id="2147483650" r:id="Re12ffcff1f8e4247"/>
    <p:sldLayoutId xmlns:r="http://schemas.openxmlformats.org/officeDocument/2006/relationships" id="2147483651" r:id="R8170e86fb7354e5f"/>
    <p:sldLayoutId xmlns:r="http://schemas.openxmlformats.org/officeDocument/2006/relationships" id="2147483652" r:id="R99c501e0e647480e"/>
    <p:sldLayoutId xmlns:r="http://schemas.openxmlformats.org/officeDocument/2006/relationships" id="2147483653" r:id="R272e790eb5d945dd"/>
    <p:sldLayoutId xmlns:r="http://schemas.openxmlformats.org/officeDocument/2006/relationships" id="2147483654" r:id="Re3b3a6dcf46a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6e1152a0a4d18" /><Relationship Type="http://schemas.openxmlformats.org/officeDocument/2006/relationships/image" Target="/ppt/media/image.png" Id="R8f9683a3b3a34390" /><Relationship Type="http://schemas.openxmlformats.org/officeDocument/2006/relationships/image" Target="/ppt/media/image2.png" Id="R565b2ac4a44a4a55" /><Relationship Type="http://schemas.openxmlformats.org/officeDocument/2006/relationships/notesSlide" Target="/ppt/notesSlides/notesSlide1.xml" Id="R5ebe0c5bb510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ac0803d2a4213" /><Relationship Type="http://schemas.openxmlformats.org/officeDocument/2006/relationships/image" Target="/ppt/media/image3.png" Id="Re3bcaac55f344f71" /><Relationship Type="http://schemas.openxmlformats.org/officeDocument/2006/relationships/image" Target="/ppt/media/image4.png" Id="R35cb9e4b22fe423c" /><Relationship Type="http://schemas.openxmlformats.org/officeDocument/2006/relationships/notesSlide" Target="/ppt/notesSlides/notesSlide2.xml" Id="Ra971f9d5c4aa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4385ccc024bda" /><Relationship Type="http://schemas.openxmlformats.org/officeDocument/2006/relationships/image" Target="/ppt/media/image5.png" Id="Ra0499e2cf1c9460e" /><Relationship Type="http://schemas.openxmlformats.org/officeDocument/2006/relationships/notesSlide" Target="/ppt/notesSlides/notesSlide3.xml" Id="R777226ea0a954b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ebb7b766c4ca3" /><Relationship Type="http://schemas.openxmlformats.org/officeDocument/2006/relationships/image" Target="/ppt/media/image6.png" Id="Raa0cdcc011cc40f6" /><Relationship Type="http://schemas.openxmlformats.org/officeDocument/2006/relationships/image" Target="/ppt/media/image7.png" Id="Rff989ed393f24293" /><Relationship Type="http://schemas.openxmlformats.org/officeDocument/2006/relationships/notesSlide" Target="/ppt/notesSlides/notesSlide4.xml" Id="Rcf5d1895bfba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f13ada41a41b0" /><Relationship Type="http://schemas.openxmlformats.org/officeDocument/2006/relationships/image" Target="/ppt/media/image8.png" Id="R8e36cf2d80444acb" /><Relationship Type="http://schemas.openxmlformats.org/officeDocument/2006/relationships/notesSlide" Target="/ppt/notesSlides/notesSlide5.xml" Id="Ra486319dc4e4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bc7d8bb0f443e" /><Relationship Type="http://schemas.openxmlformats.org/officeDocument/2006/relationships/image" Target="/ppt/media/image9.png" Id="R4704ff3291af4dcb" /><Relationship Type="http://schemas.openxmlformats.org/officeDocument/2006/relationships/notesSlide" Target="/ppt/notesSlides/notesSlide6.xml" Id="Rd9eea14a5e93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cad2c27344cc6" /><Relationship Type="http://schemas.openxmlformats.org/officeDocument/2006/relationships/image" Target="/ppt/media/image10.png" Id="R971132ea9b26401e" /><Relationship Type="http://schemas.openxmlformats.org/officeDocument/2006/relationships/image" Target="/ppt/media/image11.png" Id="Re4bd5f4185564833" /><Relationship Type="http://schemas.openxmlformats.org/officeDocument/2006/relationships/notesSlide" Target="/ppt/notesSlides/notesSlide7.xml" Id="R238b5c37e7f345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1da6a67cb4a13" /><Relationship Type="http://schemas.openxmlformats.org/officeDocument/2006/relationships/image" Target="/ppt/media/image12.png" Id="R97d601b7d6d8479f" /><Relationship Type="http://schemas.openxmlformats.org/officeDocument/2006/relationships/notesSlide" Target="/ppt/notesSlides/notesSlide8.xml" Id="R400d2c4261ed42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5cb8994294aba" /><Relationship Type="http://schemas.openxmlformats.org/officeDocument/2006/relationships/image" Target="/ppt/media/image13.png" Id="R5074cf3244f64150" /><Relationship Type="http://schemas.openxmlformats.org/officeDocument/2006/relationships/notesSlide" Target="/ppt/notesSlides/notesSlide9.xml" Id="R913adaf8820144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0eb130a8c4d1d" /><Relationship Type="http://schemas.openxmlformats.org/officeDocument/2006/relationships/image" Target="/ppt/media/image14.png" Id="R7cc37248ec654c73" /><Relationship Type="http://schemas.openxmlformats.org/officeDocument/2006/relationships/notesSlide" Target="/ppt/notesSlides/notesSlide10.xml" Id="R970185daa5f34c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a6fc48dbf40c4" /><Relationship Type="http://schemas.openxmlformats.org/officeDocument/2006/relationships/image" Target="/ppt/media/image15.png" Id="Rf2dfae61aa29496c" /><Relationship Type="http://schemas.openxmlformats.org/officeDocument/2006/relationships/image" Target="/ppt/media/image16.png" Id="R4819ad4256f54f41" /><Relationship Type="http://schemas.openxmlformats.org/officeDocument/2006/relationships/notesSlide" Target="/ppt/notesSlides/notesSlide11.xml" Id="Rcf5fad53b90c4d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2a9ceba854376" /><Relationship Type="http://schemas.openxmlformats.org/officeDocument/2006/relationships/image" Target="/ppt/media/image17.png" Id="R42f3ca5dc0c749bb" /><Relationship Type="http://schemas.openxmlformats.org/officeDocument/2006/relationships/notesSlide" Target="/ppt/notesSlides/notesSlide12.xml" Id="Rd5cc5a8c99c74a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24940d3b34ea7" /><Relationship Type="http://schemas.openxmlformats.org/officeDocument/2006/relationships/image" Target="/ppt/media/image18.png" Id="R5f1cc64fbf554bf7" /><Relationship Type="http://schemas.openxmlformats.org/officeDocument/2006/relationships/notesSlide" Target="/ppt/notesSlides/notesSlide13.xml" Id="R9e1d37f3756d42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d0733832e4642" /><Relationship Type="http://schemas.openxmlformats.org/officeDocument/2006/relationships/image" Target="/ppt/media/image19.png" Id="Rcf9f28141b944358" /><Relationship Type="http://schemas.openxmlformats.org/officeDocument/2006/relationships/image" Target="/ppt/media/image20.png" Id="R855a0273746642f7" /><Relationship Type="http://schemas.openxmlformats.org/officeDocument/2006/relationships/notesSlide" Target="/ppt/notesSlides/notesSlide14.xml" Id="R4ef34a0eaf8848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8767ede964d24" /><Relationship Type="http://schemas.openxmlformats.org/officeDocument/2006/relationships/image" Target="/ppt/media/image21.png" Id="R608b44a0913e4bc7" /><Relationship Type="http://schemas.openxmlformats.org/officeDocument/2006/relationships/image" Target="/ppt/media/image22.png" Id="Rf2cf188871084dac" /><Relationship Type="http://schemas.openxmlformats.org/officeDocument/2006/relationships/notesSlide" Target="/ppt/notesSlides/notesSlide15.xml" Id="R1ce0116154d843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46d9b591f491f" /><Relationship Type="http://schemas.openxmlformats.org/officeDocument/2006/relationships/image" Target="/ppt/media/image23.png" Id="R3e09fb54ceb24c4e" /><Relationship Type="http://schemas.openxmlformats.org/officeDocument/2006/relationships/image" Target="/ppt/media/image24.png" Id="Rbbe9dd16d52b4b24" /><Relationship Type="http://schemas.openxmlformats.org/officeDocument/2006/relationships/notesSlide" Target="/ppt/notesSlides/notesSlide16.xml" Id="R7af6f2df84ba45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983B8-83E7-4AFD-9325-ADB190CBC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683a3b3a34390"/>
          <a:srcRect xmlns:a="http://schemas.openxmlformats.org/drawingml/2006/main" l="27885" t="0" r="27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1175" y="0"/>
            <a:ext cx="5838825" cy="7429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9AA24-23B7-4287-9220-86C7EC2C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0"/>
            <a:ext cx="1333500" cy="7429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A"/>
              </a:gs>
              <a:gs pos="100000">
                <a:srgbClr val="FCFCF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8C372-D85F-4A64-A736-5E67E176B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b2ac4a44a4a55"/>
          <a:stretch xmlns:a="http://schemas.openxmlformats.org/drawingml/2006/main"/>
        </p:blipFill>
        <p:spPr>
          <a:xfrm xmlns:a="http://schemas.openxmlformats.org/drawingml/2006/main">
            <a:off x="712134" y="476250"/>
            <a:ext cx="3623982" cy="600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FA572-BDF3-4CF3-8DB8-DFBB71E0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PROJECT / CATEGORY</a:t>
            </a: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04C4C-D461-47DC-B270-AB76242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3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3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63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[项目主标题]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2C3AF-5377-4832-AB11-AA19F33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9E56F-C79A-42F6-BC7A-48824C9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[一句话价值主张]</a:t>
            </a:r>
            <a:b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</a:br>
            <a: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[第二行补充说明]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C9AC1-99F1-4148-9DB0-60414CA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[日期]  /  [版本]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FAC61-E0A0-4C37-9FCE-8D45390C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9A18A-777A-41EA-B179-1006EAA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2F02F-DFD9-418B-B257-1F69EEC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106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C1C4E-AE7A-4B42-9D25-7F76EFBAD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caac55f344f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D301C-EB93-47DA-A799-8098E973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9CA0-F21D-43FB-8246-1ADDA2D58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b9e4b22fe423c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DAEF2-F401-4B39-9350-58E07F4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13D7B-44A6-4F3A-A626-28CA12A4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[目录 / 阅读说明]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0D024-BE2A-4377-B636-E079238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[章节数量]  /  [阅读路径]  /  [版本信息]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F6AFA-A83D-4921-8CA3-0B03EA3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82313-8AEC-4A95-BEF6-9EB4A1C3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4F8FF-1A4D-4877-A6D5-93D7667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1212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386FD-5825-4321-A83A-FD4DC9C7C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99e2cf1c9460e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8D39-A4C5-4B44-A319-8973CB10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07BE5-0A39-4336-9CF0-AA93835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[页面标题]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F88E9-0A9B-4EC3-BFB2-3BCE5E7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[副标题或本页结论]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332F2-0428-46ED-AF51-61F2246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BDB73-3E5A-4E93-8BF7-D176311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5DA0-A9F9-474B-A874-DFFA4A55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B3B33-6BEE-4527-A0FA-224CEA94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0B7E5-6639-47CA-A59B-5BCC63D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[章节概览]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8DAC6-8EC9-4753-8641-BED1F2E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87924-28F0-4BEA-BD4D-511670C7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[章节名称]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4AF1D-14C7-446C-9FFA-E3C385A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[一句话说明]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A4D75-281D-4B31-83EA-05C7229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FD8D3-2F89-4065-A8CB-A092D07C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C77F9-EC10-434C-BE3A-84A76F2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[章节名称]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1D6B6-9150-40D1-9938-5DCC180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[一句话说明]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6A35-554E-4CD0-AD98-C7AA07A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50D38-D9B9-43DB-A108-8BD87AE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03BC5-FACA-4A52-8CEB-933EE6A0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[章节名称]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321BE-9539-458B-BBF4-1525AEE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[一句话说明]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E17BF-924D-4F61-96B5-A3DD5F5B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04BAF-73DD-4714-B3C3-0A7951D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1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DF833-6FD4-42FA-B57C-CB5117E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[章节名称]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0501D-CA32-4F23-9C58-A0643DB5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721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[一句话说明]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1B1CB-442D-4A1B-A689-2A7C839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4602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ED9CB-E3E5-4759-8AF0-F6E1E2E1D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cdcc011cc40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947D7-63B9-4B55-B30C-4C67245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2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63318-5ADA-4C27-89D2-F5D462FD2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89ed393f24293"/>
          <a:stretch xmlns:a="http://schemas.openxmlformats.org/drawingml/2006/main"/>
        </p:blipFill>
        <p:spPr>
          <a:xfrm xmlns:a="http://schemas.openxmlformats.org/drawingml/2006/main">
            <a:off x="666750" y="458746"/>
            <a:ext cx="2857500" cy="4731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E058-D1E3-4AAD-AA5B-34F85D6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18DAF-8A4A-4906-91F4-FC7CD365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[章节标题]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F1EAD-2F4C-42D0-BF39-77890408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[章节说明：这部分回答什么问题]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0DB6A-F508-4986-B428-DC60EFA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25F8D-F0DC-4013-9B57-E533A519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42DC3-4EC8-4B58-8E57-8B6DD3F2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5125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DEAFA-40F0-40A1-8DD1-8D4259624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6cf2d80444acb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BD00C-CC6F-4366-BF20-13EBE723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D2C4-6E95-470B-B3E7-59B5FBD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[关键指标总览]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DC900-E716-46DA-B06E-33509EB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[用数字建立参照系]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F5BF7-5F89-47F7-8668-8D01F67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A4509-F766-4BE8-B43A-17F49754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C713B-EDA1-47D5-A879-9681F53D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77C88-DF07-450F-875E-CC07948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8E770-9F63-4626-B906-DEF5BEB8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9736C-39D9-40B5-ADC3-2EC1233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08011-C900-4B02-A0A4-D9D7EB1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833DB-6778-40DC-9C20-6BE6A1D2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13D49-E277-4473-A96F-D58FDFA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E9597-2329-4D3A-A238-F3018FF3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BC065-4CDB-454C-9A53-7DDF916F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53495-EACC-4AA8-B687-B534F99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C19C4-9BCB-441B-B9E7-D60A5ED6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11D09-8635-420B-ABC6-E9E63C4D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[本页核心结论]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0C8BE-46E8-4ABC-A3A4-C43317E8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[口径、来源或假设说明]</a:t>
            </a:r>
          </a:p>
        </p:txBody>
      </p:sp>
    </p:spTree>
    <p:extLst>
      <p:ext uri="{BB962C8B-B14F-4D97-AF65-F5344CB8AC3E}">
        <p14:creationId xmlns:p14="http://schemas.microsoft.com/office/powerpoint/2010/main" val="34045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80574-2AB8-4AE5-9D8A-4E17897CC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4ff3291af4dcb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5B0A9-9219-4139-AE1B-61D299D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C98AE-9886-45A3-A5F8-3B80F65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[商业模式 / 价值链]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8A90D-FF92-4F8E-973E-931670E9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[适合机制拆解与参与方关系]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4318B-CFB4-4368-8E16-44D042A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258E5-3C33-4238-83E6-FED5748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6B530-AF3D-4B7A-93F8-3CB3763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2000F-6EAA-48EC-AC71-78BFAA0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C01FA-D1D9-41B8-BEAA-96DD378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4DD82-05C6-4150-916B-8B8B8204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[核心机制一]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79BB-74C0-4362-A0D8-1DA480A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5734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[价值来源]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[合同或收入机制]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[关键约束]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9BA09-13E5-4E2E-AD82-171DE925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695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D855B-9626-426E-BE80-D349CFE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43175"/>
            <a:ext cx="649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[核心机制二]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84961-8551-40AD-B16D-87A6984E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6496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[交付方式]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[成本或融资机制]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[可复制性]</a:t>
            </a:r>
          </a:p>
        </p:txBody>
      </p:sp>
    </p:spTree>
    <p:extLst>
      <p:ext uri="{BB962C8B-B14F-4D97-AF65-F5344CB8AC3E}">
        <p14:creationId xmlns:p14="http://schemas.microsoft.com/office/powerpoint/2010/main" val="147414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E6732-B3D4-4B0F-A312-E479D8B67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132ea9b2640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5D1D4-3F70-4597-9A8B-490B5F18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E0E3F-2931-4F7F-97C8-B1DB12AC22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d5f4185564833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883CD-B7A7-4D57-A497-D2D8A14A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8CFAC-F248-4EFB-B529-17BE95DD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[市场与产品]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EFDA-92EC-44ED-8904-E3ABF8A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[需求、产品与交付框架]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530FE-8036-4BA9-BB9E-66D228B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3CE6B-66D1-45CA-8CC0-75E60AF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12C6A-AE0C-4597-BAA2-8D2864A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7497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F1A5C-66E4-41AE-9288-E67746A9C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601b7d6d8479f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D370-C704-42FF-86FC-BF4C8E3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D6B47-FA6E-4160-940E-7206B855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[市场 / 规模 / 增长]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6581A-CC65-4C66-B21A-82A347F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[适合趋势图、容量图与阶段目标]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8B2D7-C3C9-43E9-A4F7-047E6E70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1CEC3-3C55-463D-904D-FE8B2A3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30024-B0AF-45CB-83A8-C74079F8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748FF-FF78-4B7A-B3BA-6A3AA94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114B3-B7C6-453A-9AC1-EAD67324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[横轴标签]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7B843-2848-4E53-8F19-12F692A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44451-ED14-4794-9DAF-6C7311F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9C557-2E77-4424-B9CD-315C53E2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DB3A4-94A9-4598-AC7F-01A84A3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9A93E-3FC7-4780-9CE9-08EC2E8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F04F9-02D2-489B-856F-9F8135E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86191-2E87-4B6A-8372-7915BE2E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9600"/>
            <a:ext cx="857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A6689-63D0-430D-BEE1-76DD7D77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574DD-D882-494B-9524-30E18267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06190"/>
            <a:ext cx="857250" cy="181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A5A45-0B3C-4B4D-A7A8-E05EDB69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DF144-36A5-451A-865E-ACA2050B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99460"/>
            <a:ext cx="857250" cy="2320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42072-4D05-4B98-AC2C-273AD948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FF326-3F82-4F4C-9F05-543CE21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581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9DB0E-C67F-4000-A067-24FD324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535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[右侧结论]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0BCDA-B630-4030-A780-AA16824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5353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[关键驱动]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[可验证证据]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[投资人要记住的判断]</a:t>
            </a:r>
          </a:p>
        </p:txBody>
      </p:sp>
    </p:spTree>
    <p:extLst>
      <p:ext uri="{BB962C8B-B14F-4D97-AF65-F5344CB8AC3E}">
        <p14:creationId xmlns:p14="http://schemas.microsoft.com/office/powerpoint/2010/main" val="396262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2E2ED-4185-4F69-B108-005101C7C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cf3244f64150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297F6-C26C-4AAF-8631-326702C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D1B69-6B9D-4A75-8A8E-1CD8ED6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[产品 / 系统 / 交付架构]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49B6B-83A3-4EDF-93E6-7DB38ED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[适合工程图、系统图与服务分层]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3E36A-F257-41DD-B5C1-CB8000FA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C25F0-0CC9-4C0E-A622-9A94C99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907BF-C113-45E9-BF49-35868A44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25E1A-FA29-4287-A574-431BB0F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73689-B841-4824-96D6-05F19DC9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8096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D9157-E945-442C-8CCF-A4C95A0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763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[工程图 / 系统图位置]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61573-E7D7-4F07-B043-59A5EEE0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76390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[插入高清工程图]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[标注边界、接口与验收标准]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5CEBF-C0C9-4BE8-83C2-24421C9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9AC9F-FA53-4350-9A34-07A9BF3C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[交付说明]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B427C-8448-4A27-BC56-CBE444D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4675"/>
            <a:ext cx="49720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[配置摘要]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[交付标准]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[客户可见成果]</a:t>
            </a:r>
          </a:p>
        </p:txBody>
      </p:sp>
    </p:spTree>
    <p:extLst>
      <p:ext uri="{BB962C8B-B14F-4D97-AF65-F5344CB8AC3E}">
        <p14:creationId xmlns:p14="http://schemas.microsoft.com/office/powerpoint/2010/main" val="113372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465B82-4E0C-446F-9666-456A0956F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37248ec654c73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C0A28-E75A-423F-B968-6AC23EB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5CBB6-1C42-4EC2-9D51-07B78977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[预算 / 资源 / 责任矩阵]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859D7-6FDA-498F-ADC3-DECBD5B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[所有表格保持原生可编辑]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08E6-6F01-4C80-A906-3FE9E331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A2B49-B8F5-4BB6-BAB8-E843F7EA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BCD5-1E0E-4FF3-AB19-CBDAC30D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38805-E01D-46E1-901E-094C272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0DBCC-E83A-4FAF-9807-5588B932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DF560-157E-4FF7-902B-39F2F684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0EC3-5B56-412E-9D4B-28EAAFD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4217D-D627-4BDF-8454-4107E79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D65E0-AFED-4FDC-A5B1-00E3D39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A54C9-D04D-4203-A0F4-2F13A8E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4765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6192C-B412-4B74-8269-6B27061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4765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备注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EADB2-9427-4004-A2CC-9FBB37A8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29296-5CBD-49E6-B587-44E0D4B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149D7-6E4B-48FC-BA14-CF97728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48C9F-AC86-459D-A38B-EA156D4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F16E5-57DB-470A-962C-6760244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286B1-1694-4B40-A1C8-B780B2F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32766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8C1A5-9A47-45A1-BB14-0964FDD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766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25878-8A9C-4073-9557-F9D7DBF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8AF34-A771-48A8-B9CD-7DFAB603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5C71A-3D16-4DBF-9C99-B7DD8F7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B2E38-2BA5-43FB-9AF0-8BDA65A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25623-F09A-43CD-AF37-840138A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C14F4-93CE-486D-A371-B2914A50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0767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04DFD-FDC0-4AD1-8336-3377CC2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0767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67575-3319-4C59-8A5B-67B5F5A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12925-1FF1-455D-9540-4AD83DF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A92C6-9BC4-4878-812C-177F392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52267-FDBA-44B3-8C7C-14D0C70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77B595-92B1-474F-BD61-0B25BBB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439068-DB38-45E4-A661-3F63F99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8768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0ABB9-40ED-4CB6-93D9-16DA33D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8768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6DE587-9A49-402D-AD86-B8DF9B5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99EA83-B0E2-48AB-AAB3-9ACD8B81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0042B2-98BB-4861-B4EB-2811EBF1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A58AFE-9B3F-4BE1-BED4-81D5F2D2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C0C306-5C05-4A95-99CE-A5A3B9B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C618A7-E287-409B-80D4-525050B5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56769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CE494F-05A8-42AC-8138-C2955C26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56769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</p:spTree>
    <p:extLst>
      <p:ext uri="{BB962C8B-B14F-4D97-AF65-F5344CB8AC3E}">
        <p14:creationId xmlns:p14="http://schemas.microsoft.com/office/powerpoint/2010/main" val="173582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D3FB5-5CD1-4A7A-BD12-F057EE18E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fae61aa2949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3C35A-1773-4045-B076-DE9DFA1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BA464-5925-4192-818F-79C5C020E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9ad4256f54f41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BC2E0-0D46-4785-924D-472E0EA8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BAD4F-EE6C-4BC3-AAE1-5153D16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[资本与执行]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7152E-1436-47E5-8A35-DB0236B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[资源、融资与交付路径]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C2508-7DC1-4C84-8280-7AAC0A1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FED4B-34BA-4FD6-A64A-FF2D515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856AE-5206-4579-9E88-A8C3D77C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16003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ABFBF-CCD2-436D-86C7-61F2359C5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3ca5dc0c749bb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2117D-B51D-48FA-A403-2FC2077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F505-C6C2-4F4D-8FC4-04EC3308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[关键路径 / 里程碑]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782BF-1587-4732-9888-1C721B41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[适合审批、建设、采购与交付时间表]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6C1C-8485-402A-9669-5CC25E84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6865-7733-4C87-A5A6-C4F6600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86E2A-74D9-4196-9473-B402F8DC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2278-B973-4AB4-8733-2747E63B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88BB5-F74F-402A-BC41-9FE25E4B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4DB13-8515-4818-A34B-1F771EA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4BEB-6EA2-4CC4-8BAA-AF765CA1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BA392-23CD-40EE-B904-F548ACC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427E5-756D-412A-9F38-BCB59D89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33ACC-EA85-4408-8EB5-487BC073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23057-2363-42FE-B0D9-283AA01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2BAF1-777B-4E96-B122-9364CF18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07809-40F7-47CD-B6E0-3F8783C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EBEFC-26C2-42FA-9C5C-A25985A4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36371-EEB2-4815-9A00-2826718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580F6-7B9B-48DB-A4D1-A221F61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2FE4F-70B4-4F95-93E0-C4A7B8FF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283E2-FCC6-4C51-B37E-3270B8F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8517B-E189-4399-A42B-E801723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5CED4-BFDC-4DAF-B27C-474E219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33009-7A91-445B-BFF7-856B1C1B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B3ED6-0BEC-483A-BBCC-52D4A19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FDED2-BA71-4AD1-B5A3-CC82D42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</p:spTree>
    <p:extLst>
      <p:ext uri="{BB962C8B-B14F-4D97-AF65-F5344CB8AC3E}">
        <p14:creationId xmlns:p14="http://schemas.microsoft.com/office/powerpoint/2010/main" val="489059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A7E22F-3677-4A97-8CC0-85401E484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cc64fbf554bf7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2853F-4557-4455-BA51-7AA7CE1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4CEE-6652-4C35-89CB-8C314BF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[比较 / 风险 / 决策矩阵]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CAB01-BAC1-425C-AC5F-1A5AC99C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[适合方案比较、敏感性分析与风险登记]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D3791-3E47-4326-9CB3-5F9D7CCF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F71D-7654-4135-9A01-B64ED24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CF15E-DB93-4799-80D9-30B55B5C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8F24-5905-4C9D-833D-19CBC426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F7894-272A-4AFA-8EC7-BA0CD62A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2B62D-D78E-420B-A50D-24367585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2505F-C3A1-40D2-B4D0-B7EA7F56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607D9-D9ED-4AC9-81A2-B4B415F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652D-D6BE-4457-B8C5-D95CEC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B0CD8-3A70-4AA4-B33B-6EE7391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4765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B4E7C-AC77-440D-9BCE-905DEEDE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4765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备注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AB6AC-F8D7-49F1-AC5E-7026FC3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0F428-58B2-4852-8C3F-861B8E64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15B69-90FA-4016-BFE9-FEBA023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4566E-F4B2-4DEE-8A6E-A39DBA4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08843-3259-413E-B671-5BA01E1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78A77-2AEC-4E94-A02C-895EBCD9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32766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0B9A0-72AB-4CC8-8B7F-6F74315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766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DD13F-F531-4011-BF67-4FA59A6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AF289-5B55-4BF8-9F01-4278C71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FF02D-A8D9-46D8-A117-8672C10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F897A-6CD5-4129-A0FF-AD2AED09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56844-90FD-4D66-A8AD-BAD31933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92CCB-3FD1-4E4D-A459-B91B26D0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0767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EC9D3-A79F-4C55-8D2F-0562478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0767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00CC4-E510-4E89-94FD-351CAAA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E46B86-0CD3-4022-AC17-34639FC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E1F1D-F57A-40E0-8C5C-B58FF8DE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A816E-8298-40C0-8373-7C5EFFE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FEE0CA-2D01-43A2-BFCE-3F6B5420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D5D820-8196-4050-976D-959B81BD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8768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08A1F-32D9-4580-83C2-6126C28E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8768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DD7610-5EF7-40B0-A4BD-48E3277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74221E-87BE-4A13-BD78-C2288D34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CA7A6E-4C24-476E-AF14-4AC35EC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EF594-928B-404B-BFDF-B593338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9D3DD2-2498-42B4-BA8E-4631B51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7D682E-9EA1-4BF5-A124-51715CB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56769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A10FBE-C0AE-4AE0-A18B-8520882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56769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</p:spTree>
    <p:extLst>
      <p:ext uri="{BB962C8B-B14F-4D97-AF65-F5344CB8AC3E}">
        <p14:creationId xmlns:p14="http://schemas.microsoft.com/office/powerpoint/2010/main" val="543123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1D4A2-28BA-4A09-AD7C-07832CCD74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f28141b9443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C4EB4-F45C-43B1-B7CE-5E275EF5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2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20413-A22F-4709-AF87-6E2AED4F2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a0273746642f7"/>
          <a:stretch xmlns:a="http://schemas.openxmlformats.org/drawingml/2006/main"/>
        </p:blipFill>
        <p:spPr>
          <a:xfrm xmlns:a="http://schemas.openxmlformats.org/drawingml/2006/main">
            <a:off x="666750" y="458746"/>
            <a:ext cx="2857500" cy="4731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314EF-29C9-444A-871D-652E0EC2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09AD8-3A41-48B9-90A3-418A9A7C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[规模化与行动]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D0BBD-F9D0-4CD2-945D-B0D5ACA2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[从一期交付到下一阶段增长]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1906-A4E8-46E3-B154-A55F857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81D0E-6485-4A91-AB84-FDC8F43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AB304-51D9-40F0-A3F8-4A7F5122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36467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4679C-D20A-4CD2-B2D3-F3AE1E51A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b44a0913e4b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0867-5A57-4C76-9CF9-D4DAE75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FD457-2635-4AEA-ADA1-8739D1B8B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188871084dac"/>
          <a:stretch xmlns:a="http://schemas.openxmlformats.org/drawingml/2006/main"/>
        </p:blipFill>
        <p:spPr>
          <a:xfrm xmlns:a="http://schemas.openxmlformats.org/drawingml/2006/main">
            <a:off x="961571" y="47625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3094-7C7D-456B-95DE-075BED4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D7E0-9609-4D3B-9BF1-5CE2E470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65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[章节收束标题]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25422-A307-480C-AF32-78AFFB9C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[长期目标 / 投资人行动召唤]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EE4EC-9FAD-43D3-9ABA-9E45891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6B126-C7C2-415A-8D03-366986A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82444-8986-4C5E-9819-0AA2B00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9177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E4C8-CE63-4D92-80DB-41BFDB514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9fb54ceb24c4e"/>
          <a:srcRect xmlns:a="http://schemas.openxmlformats.org/drawingml/2006/main" l="27885" t="0" r="27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1175" y="0"/>
            <a:ext cx="5838825" cy="7429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1ECB1-A568-4FD2-992B-617745C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0"/>
            <a:ext cx="1333500" cy="7429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A"/>
              </a:gs>
              <a:gs pos="100000">
                <a:srgbClr val="FCFCF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C9E88-9DB6-4D7F-A121-B0F399DFF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9dd16d52b4b24"/>
          <a:stretch xmlns:a="http://schemas.openxmlformats.org/drawingml/2006/main"/>
        </p:blipFill>
        <p:spPr>
          <a:xfrm xmlns:a="http://schemas.openxmlformats.org/drawingml/2006/main">
            <a:off x="712134" y="476250"/>
            <a:ext cx="3623982" cy="600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C9A0C-14D9-48AE-8247-D2BD646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5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[下一步标题]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CBFB1-D53E-47A3-9B90-B7A97BB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[下一步行动]  /  [联系人]  /  [日期]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48780-90BB-4E14-B64A-60A9CC4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7DA23-20E5-4199-A704-F429767F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BD308-8A6C-4E38-82FF-B7DEF8A2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32462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2026-10-17T00:31:33.5810000Z</dcterms:created>
  <dcterms:modified xsi:type="dcterms:W3CDTF">2026-10-17T00:31:33.5810000Z</dcterms:modified>
</coreProperties>
</file>